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96"/>
      </p:cViewPr>
      <p:guideLst/>
    </p:cSldViewPr>
  </p:slideViewPr>
  <p:notesTextViewPr>
    <p:cViewPr>
      <p:scale>
        <a:sx n="1" d="1"/>
        <a:sy n="1" d="1"/>
      </p:scale>
      <p:origin x="0" y="-144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9D4931-346B-4270-8636-9D38D9B27035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9F9BE5-03B8-4074-B4FC-FB0707DB6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624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</a:t>
            </a:r>
            <a:br>
              <a:rPr lang="en-US" dirty="0"/>
            </a:br>
            <a:r>
              <a:rPr lang="en-US" dirty="0"/>
              <a:t>https://commons.wikimedia.org/wiki/File:Terminalicon2.png</a:t>
            </a:r>
          </a:p>
          <a:p>
            <a:r>
              <a:rPr lang="en-US" dirty="0"/>
              <a:t>https://www.flaticon.com/free-icon/toolkit_7854841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F9BE5-03B8-4074-B4FC-FB0707DB667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092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26D6B-83DD-320E-2C27-7BD071E6CD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2E18B8-8104-0B07-CD5B-36B5C0CF4A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24FE0-8FCA-4945-AD3B-7DF34DED3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BB789-85A5-4941-AA96-10559B8F9648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A1CA8A-3B79-56D0-1A24-AEDB9FDB1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A88737-1FE3-31E5-8F4D-A9777CC8F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3F893-C9B2-409A-A47C-5DF4F1BE88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262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93D20-8654-5D16-E7A7-49400A5F7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2134E-EA2B-5539-BFB6-F2E071D328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5FA79E-7577-3DFB-D686-4CBE5AC56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BB789-85A5-4941-AA96-10559B8F9648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473733-8DE8-A778-4984-867094040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11E70-FE9E-4384-EF7D-BBB7D4FE4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3F893-C9B2-409A-A47C-5DF4F1BE88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143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24CDB-8AA9-F73A-D231-44A605236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F483C4-698E-5A06-CDA5-1F3C649145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1A662-1073-C5A5-B24D-9B263F1CB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BB789-85A5-4941-AA96-10559B8F9648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772DC3-69EC-1911-847B-D4F96DA8B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C3F38-D77E-372C-2320-9B71223EA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3F893-C9B2-409A-A47C-5DF4F1BE88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564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936D9-1568-9A33-EF27-769D7AED9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BE275-68CC-DEAF-9CEC-06B8D9FA44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33BF3E-D6D7-165B-C496-7400D01924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7865F1-5E78-8356-EC65-8BF633C0F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BB789-85A5-4941-AA96-10559B8F9648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2BABE6-6F6E-3CDE-FC87-7BCB4237D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DE84BD-3F31-61B8-8A1C-15CD2C642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3F893-C9B2-409A-A47C-5DF4F1BE88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509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B5F1B-CB6F-546D-23B9-D0DE67294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95E5DA-568F-E9A6-D81B-8B85E04876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E628CB-2132-4BAB-5D38-9091C6E744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FE12E5-7EB6-771D-CD82-84EEC8D6AF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C919A6-7A22-1020-E220-8B36B0546C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8FDD72-46F0-022F-29BF-4BE5A6432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BB789-85A5-4941-AA96-10559B8F9648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42DCA2-F700-E718-E873-43ED816F2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F690DD-11B7-1B7A-04AD-BEEC9E9BF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3F893-C9B2-409A-A47C-5DF4F1BE88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115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034C0-F656-24BA-18F2-3A4149F11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48AD9C-146A-5B81-D004-2B66C438D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BB789-85A5-4941-AA96-10559B8F9648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7687FC-9D5A-7645-3BFF-FBF986EA2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C16C6E-8039-BEE6-62A0-706E92047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3F893-C9B2-409A-A47C-5DF4F1BE88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702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DD7E04-48A2-980C-92DD-0F6C0118D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BB789-85A5-4941-AA96-10559B8F9648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86881C-5116-0886-CD91-D8F4116FD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FCD54C-AFDA-D0EC-C5BC-DADD92AE6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3F893-C9B2-409A-A47C-5DF4F1BE88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606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CDA5B-9F65-8B8E-F1D3-EE46C6935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77CF0-401E-1D29-4234-8CE45B8D3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7A2ADB-6B94-4E92-AAA4-5E1AE020F2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C70005-E94A-22CC-E5B0-547C08ED8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BB789-85A5-4941-AA96-10559B8F9648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8434E7-2BFB-116A-C082-4445D0D8E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2ED3CE-5A0D-9A99-FCFF-3232BB75C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3F893-C9B2-409A-A47C-5DF4F1BE88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791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6EF09-1A03-B86D-AE81-88DAABF07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F882D0-253D-F54F-C12D-B979C4A063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0AB574-C2E4-8DFE-9D3E-3F100EE6A8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BDBF70-56D6-2944-6E6A-AC8E52E4C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BB789-85A5-4941-AA96-10559B8F9648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CE26ED-359D-FDBA-BF40-6AB43CDB8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F2C293-03E7-C73B-CD8F-D6922AE92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3F893-C9B2-409A-A47C-5DF4F1BE88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29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728F4-FEC7-A256-E1D8-07425EAEE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F0FC56-A836-A1AC-7084-FFD45B940A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2895D9-3D9F-BA90-5E5C-92A1682F0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BB789-85A5-4941-AA96-10559B8F9648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D23ED-FB1A-56E3-A77C-1E32A7C15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B307D-B85E-BA9A-F91E-3C6154B1C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3F893-C9B2-409A-A47C-5DF4F1BE88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176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BC169D-A313-9678-DA53-20A58DEB8C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7F105C-39F6-A8D4-5AC3-C9C9118861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9FAE98-F407-7731-6CD1-E130DC3C1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BB789-85A5-4941-AA96-10559B8F9648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FB7F79-FB28-C103-7AF5-891F2FAAC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B3413E-ED2D-2B45-551B-FC5934197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3F893-C9B2-409A-A47C-5DF4F1BE88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392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BB855C-9310-2007-904B-24497011C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A82BC7-59B5-3426-A567-250F2CE8F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693A3E-2EEB-BA46-B55B-C5F9A118FB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BBB789-85A5-4941-AA96-10559B8F9648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D5B024-61BD-598B-CA16-2281FC7FD0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C937FC-C74A-FFE4-B321-3A0E1184C6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43F893-C9B2-409A-A47C-5DF4F1BE88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96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ile:Terminalicon2.png - Wikimedia Commons">
            <a:extLst>
              <a:ext uri="{FF2B5EF4-FFF2-40B4-BE49-F238E27FC236}">
                <a16:creationId xmlns:a16="http://schemas.microsoft.com/office/drawing/2014/main" id="{BEC29C07-713D-8AB7-11DA-77031A37CD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4416" y="856753"/>
            <a:ext cx="5140518" cy="5140518"/>
          </a:xfrm>
          <a:prstGeom prst="rect">
            <a:avLst/>
          </a:prstGeom>
        </p:spPr>
      </p:pic>
      <p:pic>
        <p:nvPicPr>
          <p:cNvPr id="5" name="Picture 4" descr="Toolkit - Free construction and tools icons">
            <a:extLst>
              <a:ext uri="{FF2B5EF4-FFF2-40B4-BE49-F238E27FC236}">
                <a16:creationId xmlns:a16="http://schemas.microsoft.com/office/drawing/2014/main" id="{C4246573-476D-7566-45A7-594BB48F7C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2414" y="3161773"/>
            <a:ext cx="2947171" cy="2947171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CC9EFB-ED71-CA43-082A-37831DB1F844}"/>
              </a:ext>
            </a:extLst>
          </p:cNvPr>
          <p:cNvCxnSpPr/>
          <p:nvPr/>
        </p:nvCxnSpPr>
        <p:spPr>
          <a:xfrm>
            <a:off x="3864334" y="612250"/>
            <a:ext cx="0" cy="56295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E42157-106B-AD48-43BD-2D8A31F62D85}"/>
              </a:ext>
            </a:extLst>
          </p:cNvPr>
          <p:cNvCxnSpPr/>
          <p:nvPr/>
        </p:nvCxnSpPr>
        <p:spPr>
          <a:xfrm>
            <a:off x="8326341" y="612249"/>
            <a:ext cx="0" cy="56295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D29E0F-0600-0AD5-7134-17870A59EE1F}"/>
              </a:ext>
            </a:extLst>
          </p:cNvPr>
          <p:cNvCxnSpPr>
            <a:cxnSpLocks/>
          </p:cNvCxnSpPr>
          <p:nvPr/>
        </p:nvCxnSpPr>
        <p:spPr>
          <a:xfrm>
            <a:off x="3339548" y="1217873"/>
            <a:ext cx="569578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9E7333F-3836-EABE-B2ED-CF5629C5AED6}"/>
              </a:ext>
            </a:extLst>
          </p:cNvPr>
          <p:cNvCxnSpPr>
            <a:cxnSpLocks/>
          </p:cNvCxnSpPr>
          <p:nvPr/>
        </p:nvCxnSpPr>
        <p:spPr>
          <a:xfrm>
            <a:off x="3246783" y="5902516"/>
            <a:ext cx="569578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29840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32</Words>
  <Application>Microsoft Office PowerPoint</Application>
  <PresentationFormat>Widescreen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Joel Christner</dc:creator>
  <cp:lastModifiedBy>Joel Christner</cp:lastModifiedBy>
  <cp:revision>2</cp:revision>
  <dcterms:created xsi:type="dcterms:W3CDTF">2026-07-28T21:33:37Z</dcterms:created>
  <dcterms:modified xsi:type="dcterms:W3CDTF">2026-07-28T21:36:21Z</dcterms:modified>
</cp:coreProperties>
</file>